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5808" y="1575435"/>
            <a:ext cx="505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Predictivo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932511" y="2413635"/>
            <a:ext cx="3278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Predictive Control (MPC)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96030" y="2809875"/>
            <a:ext cx="39519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aplicada al control de procesos industriales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353840" y="3381375"/>
            <a:ext cx="243616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Nicolás García Hernández • Marzo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3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el Control Predictivo (MPC)?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del MPC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y desventajas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MPC e Inteligencia Artificial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uso con IA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el Control Predictivo?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792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MPC es una técnica avanzada de control automático que utiliza un modelo matemático del sistema para predecir su comportamiento futuro en un horizonte temporal definido. A diferencia de controladores reactivos como el PID, el MPC es proactivo: anticipa problemas y optimiza las acciones de control antes de que ocurran desviaciones significativas.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2438400"/>
            <a:ext cx="7620000" cy="1177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la mejor trayectoria de control considerando objetivos múltiples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Respeta restricciones físicas, operativas y de seguridad del proceso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 solo el primer paso calculado y recalcula continuamente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de funcionamiento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3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Captura estado actual del sistema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Predecir: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Usa modelo para simular futuro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Calcula mejor secuencia de control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Implementa primer paso del plan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Recalcula en cada ciclo (horizonte móvil)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del MPC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607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Maneja sistemas multivariables complejos con múltiples entradas y salidas interrelacionadas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 restricciones físicas como límites de válvulas, presiones máximas y zonas prohibidas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 múltiples objetivos simultáneamente balanceando calidad, costes y seguridad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consumo energético entre 3-7% mediante operación óptima continua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y Desventajas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607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Requiere un modelo matemático preciso del sistema, lo cual puede llevar meses de desarrollo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carga computacional al resolver problemas de optimización cada ciclo de control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compleja y costosa que requiere inversión significativa en hardware y software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de parámetros críticos como horizonte y pesos requiere ingenieros especializados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MPC e Inteligencia Artificial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actual: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IA está revolucionando el MPC complementando sus capacidades tradicionales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09"/>
            <a:ext cx="7620000" cy="1177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neuronales aprenden modelos complejos directamente desde datos históricos del proceso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el tiempo de modelado físico de meses a semanas mediante aprendizaje automatizado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adaptación automática a cambios operativos, degradación y nuevas condiciones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Propuesta: MPC Híbrido con IA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5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híbrido: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Combinar conocimiento físico riguroso con redes neuronales para capturar dinámicas no lineales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para optimización: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Usar aprendizaje por refuerzo para ajustar automáticamente horizonte y pesos según contexto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 mejorada: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Redes LSTM para modelar dinámicas temporales complejas y no estacionarias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Auto-ajuste continuo: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sistema mejora su rendimiento aprendiendo de cada operación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2954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45082"/>
            <a:ext cx="7924800" cy="12954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069082"/>
            <a:ext cx="7924800" cy="150876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Sistema Propuesto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5544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Física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026918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MPC basado en primeros principios y ecuaciones físicas bien establecidas del proceso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498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IA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3322318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neuronal que aprende y compensa dinámicas no lineales, perturbaciones y efectos no modelados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3738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Optimizador Inteligente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846318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de RL que ajusta dinámicamente horizonte predictivo y pesos de la función objetivo según el contexto operativo y condiciones cambiantes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 Química y Refinerías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22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avanzado de reactores químicos gestionando temperatura, presión y concentraciones de forma óptima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Torres de destilación manteniendo especificaciones de calidad en múltiples corrientes simultáneamente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continua de calidad de producto cumpliendo especificaciones estrictas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Maximización de producción respetando límites de seguridad y restricciones ambientales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Reactor Químico Inteligente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916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MPC tradicional controla temperatura y concentración basándose en modelo físico fundamental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neuronal complementa prediciendo reacciones secundarias complejas difíciles de modelar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RL optimiza estrategia de operación adaptándose a demanda y costes energéticos variables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reales: +12% eficiencia de conversión, -8% consumo energético, mejor estabilidad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 del MPC Híbrido con IA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916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tiempo de modelado inicial en 60-70% al aprender dinámicas complejas desde datos históricos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rendimiento ante incertidumbres, perturbaciones y condiciones operativas no previstas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de adaptación continua sin necesidad de reprogramar o recalibrar manualmente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coste computacional que MPC puro usando aproximadores neuronales eficientes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607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MPC es un método avanzado con amplia adopción industrial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potencia las capacidades del MPC tradicional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 en todos los sectores industriales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Futuro prometedor con integración IA-MPC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0942" y="2049782"/>
            <a:ext cx="202195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15950" y="2827018"/>
            <a:ext cx="11121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2026-03-09T15:19:03Z</dcterms:created>
  <dcterms:modified xsi:type="dcterms:W3CDTF">2026-03-09T15:19:03Z</dcterms:modified>
</cp:coreProperties>
</file>